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035" y="218375"/>
            <a:ext cx="11564917" cy="621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00" y="1552799"/>
            <a:ext cx="10160000" cy="2027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PREPARE2_L3_SB_002.mp3" id="95" name="Google Shape;95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800" y="92075"/>
            <a:ext cx="546100" cy="5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950" y="581025"/>
            <a:ext cx="11391900" cy="61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127000"/>
            <a:ext cx="114300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419" y="1475167"/>
            <a:ext cx="9875502" cy="3019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440" y="580314"/>
            <a:ext cx="9575800" cy="1344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071" y="188259"/>
            <a:ext cx="11577917" cy="6669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89361">
            <a:off x="387723" y="1385046"/>
            <a:ext cx="11416553" cy="3294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254" y="553967"/>
            <a:ext cx="9550400" cy="1875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691" y="239151"/>
            <a:ext cx="11507373" cy="6372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151" y="239151"/>
            <a:ext cx="11690252" cy="6386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PARE2_L3_SB_058.mp3" id="149" name="Google Shape;149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800" y="365125"/>
            <a:ext cx="598072" cy="598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141" y="1567543"/>
            <a:ext cx="11365718" cy="4087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819" y="517477"/>
            <a:ext cx="9474200" cy="1625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56648"/>
            <a:ext cx="10337800" cy="6744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PARE2_L4_SB_002.mp3" id="161" name="Google Shape;16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4642" y="56648"/>
            <a:ext cx="593057" cy="593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188" y="1717841"/>
            <a:ext cx="10817728" cy="2661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322" y="701153"/>
            <a:ext cx="9867900" cy="2465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00" y="114300"/>
            <a:ext cx="11861800" cy="66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62286">
            <a:off x="1545336" y="1854200"/>
            <a:ext cx="8589264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882" y="281958"/>
            <a:ext cx="9690100" cy="1888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950" y="279400"/>
            <a:ext cx="11283950" cy="62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950" y="177800"/>
            <a:ext cx="11474450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50" y="1739900"/>
            <a:ext cx="97853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